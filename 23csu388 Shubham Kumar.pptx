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10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· AGENTIC AI FACTORY — ASSIGNMENT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Veridian Corp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IT Service Agent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1371600" cy="320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59689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understands an employee's issue, grounds every answer in company policy, asks the right follow-up, escalates what is risky, raises structured tickets and leaves a full audit trail.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40416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76872" y="132588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18488"/>
            <a:ext cx="603504" cy="603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278892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178040" y="28895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grounded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0" y="33375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78040" y="34381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0" y="388620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178040" y="39867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tickets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triage that cannot be audited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3977640" cy="312724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the Veridian service desk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310896" cy="310896"/>
          </a:xfrm>
          <a:prstGeom prst="ellipse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924812"/>
            <a:ext cx="155448" cy="1554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8196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inbox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" y="202996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questions, approval-gated requests and real security incidents arrive in the same free-text queue.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13232" y="248716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564892"/>
            <a:ext cx="155448" cy="155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2459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3856" y="267004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policies can apply to the same laptop; different agents reach different conclusions.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713232" y="3127248"/>
            <a:ext cx="310896" cy="310896"/>
          </a:xfrm>
          <a:prstGeom prst="ellipse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3204972"/>
            <a:ext cx="155448" cy="155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30998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leaks through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33856" y="331012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mail gets forwarded to teammates before anyone flags it.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13232" y="3767328"/>
            <a:ext cx="310896" cy="310896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3845052"/>
            <a:ext cx="155448" cy="1554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33856" y="37398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trail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33856" y="395020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records why a request was approved, rejected or escalated.</a:t>
            </a:r>
            <a:endParaRPr lang="en-US" sz="980" dirty="0"/>
          </a:p>
        </p:txBody>
      </p:sp>
      <p:sp>
        <p:nvSpPr>
          <p:cNvPr id="23" name="Shape 17"/>
          <p:cNvSpPr/>
          <p:nvPr/>
        </p:nvSpPr>
        <p:spPr>
          <a:xfrm>
            <a:off x="4800600" y="1298448"/>
            <a:ext cx="3977640" cy="31272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04748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must do instead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74920" y="1847088"/>
            <a:ext cx="3493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 in the employee's own words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governing policy — and cite it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follow-up only when a fact is genuinely missing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what is simple, escalate what is risky or unclear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structured ticket and log every step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capabilities, one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1929384" cy="502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160020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687068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" y="20116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9224" y="22494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free text into 12 IT categories.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87752" y="1371600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7752" y="1371600"/>
            <a:ext cx="1929384" cy="5029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61488" y="1600200"/>
            <a:ext cx="347472" cy="347472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56" y="1687068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61488" y="20116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761488" y="22494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scoring over 11 company policies.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00016" y="1371600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00016" y="1371600"/>
            <a:ext cx="1929384" cy="5029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73752" y="160020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1687068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73752" y="20116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873752" y="22494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concise question — never a checklist.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12280" y="1371600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812280" y="1371600"/>
            <a:ext cx="1929384" cy="5029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986016" y="1600200"/>
            <a:ext cx="347472" cy="347472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1687068"/>
            <a:ext cx="173736" cy="1737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86016" y="20116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986016" y="22494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answers with no ticket overhead.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75488" y="2990088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75488" y="2990088"/>
            <a:ext cx="1929384" cy="50292"/>
          </a:xfrm>
          <a:prstGeom prst="rect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49224" y="3218688"/>
            <a:ext cx="347472" cy="347472"/>
          </a:xfrm>
          <a:prstGeom prst="ellipse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3305556"/>
            <a:ext cx="173736" cy="1737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9224" y="3630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49224" y="38679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unclear cases routed to humans.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2587752" y="2990088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2587752" y="2990088"/>
            <a:ext cx="1929384" cy="502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2761488" y="32186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8356" y="3305556"/>
            <a:ext cx="173736" cy="1737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61488" y="3630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2761488" y="38679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structured fields, 7 statuses.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4700016" y="2990088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4700016" y="2990088"/>
            <a:ext cx="1929384" cy="5029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4873752" y="3218688"/>
            <a:ext cx="347472" cy="347472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0620" y="3305556"/>
            <a:ext cx="173736" cy="17373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73752" y="3630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source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4873752" y="38679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KB text on every policy answer.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6812280" y="2990088"/>
            <a:ext cx="1929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6812280" y="2990088"/>
            <a:ext cx="1929384" cy="50292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986016" y="3218688"/>
            <a:ext cx="347472" cy="347472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2884" y="3305556"/>
            <a:ext cx="173736" cy="17373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986016" y="3630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everything</a:t>
            </a:r>
            <a:endParaRPr lang="en-US" sz="1250" dirty="0"/>
          </a:p>
        </p:txBody>
      </p:sp>
      <p:sp>
        <p:nvSpPr>
          <p:cNvPr id="52" name="Text 42"/>
          <p:cNvSpPr/>
          <p:nvPr/>
        </p:nvSpPr>
        <p:spPr>
          <a:xfrm>
            <a:off x="6986016" y="38679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per decision, per ticket.</a:t>
            </a:r>
            <a:endParaRPr lang="en-US" sz="950" dirty="0"/>
          </a:p>
        </p:txBody>
      </p:sp>
      <p:sp>
        <p:nvSpPr>
          <p:cNvPr id="53" name="Text 43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25880"/>
            <a:ext cx="5806440" cy="7315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08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6656" y="16184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Tailwind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181051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AI Chat · Ticket Queue · Ticket Detail + Audit · Employee Requests · Knowledge Base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310128" y="2066544"/>
            <a:ext cx="128016" cy="10058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176272"/>
            <a:ext cx="580644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258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" y="24688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 · 15 REST endpoints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266090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· /api/tickets · /api/requests · /api/knowledge-base · /api/audit · /api/dashboard/stats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310128" y="2916936"/>
            <a:ext cx="128016" cy="10058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026664"/>
            <a:ext cx="5806440" cy="731520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3108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" y="3319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orchestrator · rules.py · retrieval.py · llm.py · ticket_service.py · audit_service.py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351129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retrieval → decision → guardrails → ticketing → audit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310128" y="3767328"/>
            <a:ext cx="128016" cy="10058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877056"/>
            <a:ext cx="5806440" cy="7315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" y="3959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416966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store, in-memory, mirrored to disk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" y="436168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knowledge_base.json · employee_requests.json · tickets.json — seed data, read-only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565392" y="1325880"/>
            <a:ext cx="2212848" cy="330098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481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1847088"/>
            <a:ext cx="292608" cy="292608"/>
          </a:xfrm>
          <a:prstGeom prst="ellipse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920240"/>
            <a:ext cx="146304" cy="146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50608" y="1828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150608" y="20299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KB ids; security forced to escalate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6766560" y="2542032"/>
            <a:ext cx="292608" cy="292608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615184"/>
            <a:ext cx="146304" cy="14630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150608" y="2523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7150608" y="27249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text returned with every answer</a:t>
            </a:r>
            <a:endParaRPr lang="en-US" sz="860" dirty="0"/>
          </a:p>
        </p:txBody>
      </p:sp>
      <p:sp>
        <p:nvSpPr>
          <p:cNvPr id="34" name="Shape 30"/>
          <p:cNvSpPr/>
          <p:nvPr/>
        </p:nvSpPr>
        <p:spPr>
          <a:xfrm>
            <a:off x="6766560" y="32369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3310128"/>
            <a:ext cx="146304" cy="14630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150608" y="3218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service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7150608" y="341985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 per action</a:t>
            </a:r>
            <a:endParaRPr lang="en-US" sz="860" dirty="0"/>
          </a:p>
        </p:txBody>
      </p:sp>
      <p:sp>
        <p:nvSpPr>
          <p:cNvPr id="38" name="Shape 33"/>
          <p:cNvSpPr/>
          <p:nvPr/>
        </p:nvSpPr>
        <p:spPr>
          <a:xfrm>
            <a:off x="6766560" y="39319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4005072"/>
            <a:ext cx="146304" cy="14630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150608" y="3913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7150608" y="41148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provider by env var</a:t>
            </a:r>
            <a:endParaRPr lang="en-US" sz="860" dirty="0"/>
          </a:p>
        </p:txBody>
      </p:sp>
      <p:sp>
        <p:nvSpPr>
          <p:cNvPr id="42" name="Text 36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request is handled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1078992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692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identity captured; audit event written.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156362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6420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64208" y="1371600"/>
            <a:ext cx="1078992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5564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75564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categories, e.g. VPN, Laptop, Security Incident.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75234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5292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52928" y="1371600"/>
            <a:ext cx="1078992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4436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94436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4436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policies scored from the knowledge base.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94106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4164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41648" y="1371600"/>
            <a:ext cx="1078992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3308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13308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3308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slot → one follow-up question.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512978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3036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30368" y="1371600"/>
            <a:ext cx="1078992" cy="45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2180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532180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· Create ticket · Escalate · Follow-up.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31850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1908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19088" y="1371600"/>
            <a:ext cx="1078992" cy="45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1052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51052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1052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the ticket and routes the team.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7507224" y="2194560"/>
            <a:ext cx="9144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07808" y="1371600"/>
            <a:ext cx="10789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07808" y="1371600"/>
            <a:ext cx="1078992" cy="45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99248" y="149047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7699248" y="181965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99248" y="205740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attached to the ticket trail.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475488" y="3310128"/>
            <a:ext cx="8302752" cy="12618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" y="3456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returned to the UI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3232" y="37124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"category": "Security Incident", "action": "ESCALATE", "priority": "HIGH",</a:t>
            </a:r>
            <a:endParaRPr lang="en-US" sz="92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"source_ids": ["KB-09"], "ticket_required": true, "escalation_required": true,</a:t>
            </a:r>
            <a:endParaRPr lang="en-US" sz="92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"assigned_team": "Security", "confidence": 0.97 }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6053328" y="3520440"/>
            <a:ext cx="32004" cy="8686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6364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contract in both modes.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(deterministic rules engine) and LLM Mode return identical JSON, so the UI, ticketing and audit layers never change.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SOURCES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is allowed to know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53312"/>
            <a:ext cx="42245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54864" cy="89611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600200"/>
            <a:ext cx="384048" cy="384048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96212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4996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17373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KB-01 … KB-10 plus the Asset Management Policy extract — 11 records, verbatim from the data pack.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475488" y="2377440"/>
            <a:ext cx="42245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" y="2377440"/>
            <a:ext cx="54864" cy="8961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4944" y="2624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720340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7008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207008" y="276148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 … REQ-15 (Mon 21 – Fri 25 Sep 2026) with employee, email, date and initial action.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475488" y="3401568"/>
            <a:ext cx="42245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5488" y="3401568"/>
            <a:ext cx="54864" cy="896112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94944" y="3648456"/>
            <a:ext cx="384048" cy="384048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3744468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5478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history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207008" y="378561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TK-1042 … TK-1051 — active cases routed, closed ones used only as precedent.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475488" y="4425696"/>
            <a:ext cx="4224528" cy="23774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03504" y="44439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5" name="Shape 20"/>
          <p:cNvSpPr/>
          <p:nvPr/>
        </p:nvSpPr>
        <p:spPr>
          <a:xfrm>
            <a:off x="4956048" y="1353312"/>
            <a:ext cx="3822192" cy="33101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193792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declared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230368" y="1847088"/>
            <a:ext cx="3310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names (IT Service Desk, IT Security, IT Access Management, IT Hardware, Finance, Security) are routing labels, not policy claims.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"Approved (closed)" tickets are history; TK-1043, 1044, 1047 and 1048 stay active.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tickets were given plausible emails and timestamps inside the demo week — issue text and status are verbatim.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server access (REQ-10) is covered by no supplied policy, so the agent says so and escalates.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tickets use a TK-AUTO-nnn series; session memory is in-process.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agent refuses to guess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16736"/>
            <a:ext cx="4114800" cy="325526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enforced in code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KB ids that exist may be cited — invented ids are stripped.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malware or unauthorised access is forced to HIGH, KB-09, Security, escalate.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are created by the backend; the agent cannot claim one that does not exist.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is never worded as resolved.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facts produce one follow-up, not an assumption.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timeout, HTTP error or bad JSON falls back to the rules engine — and is audited.</a:t>
            </a:r>
            <a:endParaRPr lang="en-US" sz="10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tickets are precedent only, never active work.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846320" y="1316736"/>
            <a:ext cx="3931920" cy="3255264"/>
          </a:xfrm>
          <a:prstGeom prst="rect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84064" y="149961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88" y="1577340"/>
            <a:ext cx="173736" cy="1737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04688" y="1517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designed decision point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84064" y="1901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3.5-year-old laptop with a hardware failure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84064" y="2231136"/>
            <a:ext cx="45720" cy="603504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48656" y="2231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— Laptop Replacement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248656" y="24414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after 3 years of service, or earlier for a verified hardware failure.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084064" y="2944368"/>
            <a:ext cx="45720" cy="603504"/>
          </a:xfrm>
          <a:prstGeom prst="rect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48656" y="2944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Policy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248656" y="315468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refresh cycle; early replacement needs Finance sign-off in addition to IT approval.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084064" y="3712464"/>
            <a:ext cx="3474720" cy="69494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30368" y="3785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6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response:  </a:t>
            </a: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both sources, flags the conflict, routes for IT approval + Finance sign-off, leaves the ticket Pending Approval. It does not pick a winner.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scenarios, five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35024"/>
            <a:ext cx="8302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35024"/>
            <a:ext cx="45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lockout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6276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"Locked out, tried 6 times"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615184" y="1490472"/>
            <a:ext cx="96012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15184" y="15179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KB-01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675888" y="1490472"/>
            <a:ext cx="1371600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1517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175504" y="1517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IT unlock explained; no approval needed.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5488" y="1975104"/>
            <a:ext cx="8302752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D9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1975104"/>
            <a:ext cx="45720" cy="566928"/>
          </a:xfrm>
          <a:prstGeom prst="rect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057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267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forward it?"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615184" y="2130552"/>
            <a:ext cx="96012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21579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KB-09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675888" y="2130552"/>
            <a:ext cx="1371600" cy="256032"/>
          </a:xfrm>
          <a:prstGeom prst="rect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75888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HIGH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175504" y="2157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forward; report to security@veridian-corp.example.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75488" y="2615184"/>
            <a:ext cx="8302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2615184"/>
            <a:ext cx="45720" cy="5669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688" y="2697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VPN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contractor needs VPN"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2615184" y="2770632"/>
            <a:ext cx="96012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15184" y="27980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KB-02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675888" y="2770632"/>
            <a:ext cx="1371600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75888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175504" y="2798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via the access request form.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475488" y="3255264"/>
            <a:ext cx="8302752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D9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" y="3255264"/>
            <a:ext cx="45720" cy="5669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2688" y="33375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3.5 yrs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" y="3547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"Won't turn on"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615184" y="3410712"/>
            <a:ext cx="96012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15184" y="34381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+ Asset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675888" y="3410712"/>
            <a:ext cx="1371600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75888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5175504" y="34381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surfaced; IT approval + Finance sign-off.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475488" y="3895344"/>
            <a:ext cx="8302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" y="3895344"/>
            <a:ext cx="45720" cy="566928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504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32688" y="3977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full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" y="41879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"Can't send emails"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2615184" y="4050792"/>
            <a:ext cx="96012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15184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KB-06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675888" y="4050792"/>
            <a:ext cx="1371600" cy="25603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75888" y="40782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5175504" y="4078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mail; &gt;25GB needs manager approval, 50GB cap.</a:t>
            </a:r>
            <a:endParaRPr lang="en-US" sz="940" dirty="0"/>
          </a:p>
        </p:txBody>
      </p:sp>
      <p:sp>
        <p:nvSpPr>
          <p:cNvPr id="55" name="Text 53"/>
          <p:cNvSpPr/>
          <p:nvPr/>
        </p:nvSpPr>
        <p:spPr>
          <a:xfrm>
            <a:off x="475488" y="4553712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"hey can you help, its not working" → one clarifying question, no guessing, no source claimed.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used, and how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335024"/>
            <a:ext cx="830275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35024"/>
            <a:ext cx="54864" cy="9692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6093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463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(Claude)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07408" y="1490472"/>
            <a:ext cx="1143000" cy="219456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07408" y="15087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1280160" y="1737360"/>
            <a:ext cx="7296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the brief and data pack into requirements; designed the architecture; generated the FastAPI service layer, the rules engine, the React + Tailwind UI, the 20 acceptance tests and the documentation.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475488" y="2432304"/>
            <a:ext cx="830275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" y="2432304"/>
            <a:ext cx="54864" cy="969264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13232" y="2706624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2811780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2560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LLM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407408" y="2587752"/>
            <a:ext cx="1143000" cy="219456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407408" y="26060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(optional)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1280160" y="2834640"/>
            <a:ext cx="7296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agent's reasoning in LLM Mode through services/llm.py. Provider, base URL and model are environment variables, so OpenAI, Azure OpenAI, Groq, OpenRouter or a local Ollama/vLLM server all work without a code change.</a:t>
            </a:r>
            <a:endParaRPr lang="en-US" sz="960" dirty="0"/>
          </a:p>
        </p:txBody>
      </p:sp>
      <p:sp>
        <p:nvSpPr>
          <p:cNvPr id="21" name="Shape 17"/>
          <p:cNvSpPr/>
          <p:nvPr/>
        </p:nvSpPr>
        <p:spPr>
          <a:xfrm>
            <a:off x="475488" y="3529584"/>
            <a:ext cx="830275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F2"/>
            </a:solidFill>
            <a:prstDash val="solid"/>
          </a:ln>
          <a:effectLst>
            <a:outerShdw blurRad="1270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75488" y="3529584"/>
            <a:ext cx="54864" cy="9692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13232" y="380390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3909060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80160" y="3657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engine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407408" y="3685032"/>
            <a:ext cx="1143000" cy="219456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407408" y="37033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validator</a:t>
            </a:r>
            <a:endParaRPr lang="en-US" sz="840" dirty="0"/>
          </a:p>
        </p:txBody>
      </p:sp>
      <p:sp>
        <p:nvSpPr>
          <p:cNvPr id="28" name="Text 23"/>
          <p:cNvSpPr/>
          <p:nvPr/>
        </p:nvSpPr>
        <p:spPr>
          <a:xfrm>
            <a:off x="1280160" y="3931920"/>
            <a:ext cx="7296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 tool but the reason the AI is safe to demo: it produces the Demo Mode answer, validates the LLM's JSON, strips invented policy ids and takes over on timeout or error.</a:t>
            </a:r>
            <a:endParaRPr lang="en-US" sz="960" dirty="0"/>
          </a:p>
        </p:txBody>
      </p:sp>
      <p:sp>
        <p:nvSpPr>
          <p:cNvPr id="29" name="Text 24"/>
          <p:cNvSpPr/>
          <p:nvPr/>
        </p:nvSpPr>
        <p:spPr>
          <a:xfrm>
            <a:off x="475488" y="4572000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 throughout: AI accelerated the build, but no company policy, approval path or SLA was ever accepted unless it appears in the data pack.</a:t>
            </a:r>
            <a:endParaRPr lang="en-US" sz="960" dirty="0"/>
          </a:p>
        </p:txBody>
      </p:sp>
      <p:sp>
        <p:nvSpPr>
          <p:cNvPr id="30" name="Text 25"/>
          <p:cNvSpPr/>
          <p:nvPr/>
        </p:nvSpPr>
        <p:spPr>
          <a:xfrm>
            <a:off x="475488" y="4727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prototype, not slideware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560320" cy="2377440"/>
          </a:xfrm>
          <a:prstGeom prst="rect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2560320" cy="50292"/>
          </a:xfrm>
          <a:prstGeom prst="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499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18288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app: FastAPI + React, 7 pages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acceptance tests passing, all 5 scenarios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works with zero credentials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repo, README, architecture, demo script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28416" y="1316736"/>
            <a:ext cx="2560320" cy="2377440"/>
          </a:xfrm>
          <a:prstGeom prst="rect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28416" y="1316736"/>
            <a:ext cx="2560320" cy="50292"/>
          </a:xfrm>
          <a:prstGeom prst="rect">
            <a:avLst/>
          </a:prstGeom>
          <a:solidFill>
            <a:srgbClr val="C2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9584" y="1499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18288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retrieval, not embeddings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store; no database, auth or RBAC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downstream integrations (AD, mailbox, assets)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is per-process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089904" y="1316736"/>
            <a:ext cx="2560320" cy="2377440"/>
          </a:xfrm>
          <a:prstGeom prst="rect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904" y="1316736"/>
            <a:ext cx="2560320" cy="5029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1499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with sentence-level citation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manager/Finance approval callbacks + SLAs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RBAC and per-employee history</a:t>
            </a:r>
            <a:endParaRPr lang="en-US" sz="9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and escalation-accuracy analytics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3950208"/>
            <a:ext cx="8083296" cy="65836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407822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41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answer traces to a named policy · every action sits on the audit trail · anything the policies don't settle goes to a human.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21040" y="4727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B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cceda3-bb16-4686-a971-9fe5d13243fd}" enabled="1" method="Standard" siteId="{4720ed5e-c545-46eb-99a5-958dd333e9f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1439</Words>
  <Application>Microsoft Office PowerPoint</Application>
  <PresentationFormat>On-screen Show (16:9)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Veridian Corp — Internal IT Service Agent</dc:title>
  <dc:subject>PptxGenJS Presentation</dc:subject>
  <dc:creator>SHARMA Sushil</dc:creator>
  <cp:lastModifiedBy>Shubham Kumar</cp:lastModifiedBy>
  <cp:revision>17</cp:revision>
  <dcterms:created xsi:type="dcterms:W3CDTF">2026-09-17T13:29:55Z</dcterms:created>
  <dcterms:modified xsi:type="dcterms:W3CDTF">2026-09-17T13:40:36Z</dcterms:modified>
</cp:coreProperties>
</file>